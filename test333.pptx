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l Eli" userId="6e19d929-3ddc-443e-95c0-b30dbf905a6f" providerId="ADAL" clId="{04A47084-0C5C-43DA-80DC-54625243EC39}"/>
    <pc:docChg chg="addSld modSld">
      <pc:chgData name="Adil Eli" userId="6e19d929-3ddc-443e-95c0-b30dbf905a6f" providerId="ADAL" clId="{04A47084-0C5C-43DA-80DC-54625243EC39}" dt="2026-08-14T01:06:24.456" v="4" actId="20577"/>
      <pc:docMkLst>
        <pc:docMk/>
      </pc:docMkLst>
      <pc:sldChg chg="modSp new mod">
        <pc:chgData name="Adil Eli" userId="6e19d929-3ddc-443e-95c0-b30dbf905a6f" providerId="ADAL" clId="{04A47084-0C5C-43DA-80DC-54625243EC39}" dt="2026-08-14T01:06:24.456" v="4" actId="20577"/>
        <pc:sldMkLst>
          <pc:docMk/>
          <pc:sldMk cId="798023438" sldId="256"/>
        </pc:sldMkLst>
        <pc:spChg chg="mod">
          <ac:chgData name="Adil Eli" userId="6e19d929-3ddc-443e-95c0-b30dbf905a6f" providerId="ADAL" clId="{04A47084-0C5C-43DA-80DC-54625243EC39}" dt="2026-08-14T01:06:24.456" v="4" actId="20577"/>
          <ac:spMkLst>
            <pc:docMk/>
            <pc:sldMk cId="798023438" sldId="256"/>
            <ac:spMk id="2" creationId="{8D3E4F8C-9C83-6B6D-CB4A-AEA8610AC1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683E4-78ED-CDE8-5CD7-AC059D089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61A3D-F361-9F44-CC9F-C7A3653BD3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E1D14-F36F-FB95-F3AA-77CB2269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3E1E0-8D5F-31EE-4F52-FF05DB5A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94112-4C78-6799-56BC-0D4E83FA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7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4EFD-061B-02CD-482A-225ACEAFA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47D26-5773-89A0-579E-3975BDEE6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C150-199D-981F-EBEA-CB7714E2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8EC269-7053-D3CE-CD91-E4A33237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736FD-6549-D720-E522-C66FC79D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307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52B3-D67E-4206-0A3F-DEECE87B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17BA1-FE1F-4EFB-06DB-8B5E2C932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2390A-2D79-BADD-07F2-38D39F84B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723F8-7B04-12D6-AB14-F57146B91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AEBA-7B79-30CF-FE4F-500B602CB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31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3762-2C74-AA35-95E1-7A232C53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018FE-4C5C-C19E-221D-255BE111B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8F5873-DD4D-B386-9125-7C90E4016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704C7-7B73-F784-7E44-C5C770B1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129F2-1DBA-FD15-0BA0-6D72394F0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8F137-6E04-D24E-B73E-4FBA7194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1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FB9E-B61D-5D5B-C3C3-15476C93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7FE12-E801-319F-7B35-C5A7BABBA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3B5E9-7DAF-732B-7F07-41439450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26CBB-E3E4-7893-229B-1F6B99DB23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0B364-9DD0-2DC7-1822-99E870528A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E7439-FA6F-7DC5-3D50-5A3F1A77E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A7A071-BFBA-B56B-247A-546D8A651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DE50D-6FFF-6A97-E553-BBEA284F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1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F541-1DA4-62CB-9341-A0D07D4A3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B05F4-2C6A-921A-C4B6-664A20FEB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07FE3-A5D4-EF90-9D73-512F9323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5034E-67EE-1F7C-14D8-445956E6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66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EB57C0-E49B-185B-A9CD-AFF2FC432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4E6617-90E1-0098-2699-6618CE521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897C2-CFB0-1601-F09C-771DD2F2F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DE03-3406-296A-5FAF-448D172E2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A6BD2-6702-1338-2A7E-1B2AB025C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A4D1D-D3AD-D849-E47E-CA5C956A6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CC89E-C62E-612F-8733-6DC849CD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AE8FC-26A6-5748-2424-32A4DE96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3329F-2345-9C4B-13A7-5A281CF9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035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A6C8-399D-97F2-48D4-817C5FCD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605F15-8A22-DF4C-54A0-1E8893A33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BEBDF5-666A-ED40-2CF6-883C9A816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03590-2E12-43A9-A21D-CAFB35BB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5073C-5617-DE86-BAB4-9EFAE5AF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D4C63-8256-38FB-B52A-83C52739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77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20458-A78E-A250-D36B-5C156DF0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D9D2F-ED5D-6914-B994-6A5493621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1E064-AA5A-7EF0-2865-97D482FB1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ED9C-BEEA-3D7E-90ED-E5A42DB3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92020-7F30-A813-333D-4415637A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0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234A76-467A-E98E-45C0-ED0A9AAD40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8EFCB7-07A9-13A4-3F7E-F6F13044D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C2433-8B0C-3B88-07C2-05C2454D3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91EE5-08D7-C3EB-D1CB-FE42EB288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7C50E-E2D6-7C4C-1600-6D276520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8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569BD-95D1-3F43-DCF3-189DF2B1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1DA57-F010-E468-1591-C1BF669A7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962DA-C07B-88B7-1530-DFFB932E8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CADF3-6A87-4A25-83DB-DBD01C8CAD3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4DD5-53D3-9605-0FC8-95CA2525A2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D9C6C-F4DC-6F53-741F-0B4A34DE9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5D1FA-CA15-4783-8A2B-E5682D648C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80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E4F8C-9C83-6B6D-CB4A-AEA8610AC1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3333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E3460-7B69-16BD-4D17-8CDD8C5E94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023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f0ef8f6-9765-4b83-87ea-c2b37af26b36}" enabled="0" method="" siteId="{8f0ef8f6-9765-4b83-87ea-c2b37af26b3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3333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Adil Eli</dc:creator>
  <cp:lastModifiedBy>Adil Eli</cp:lastModifiedBy>
  <cp:revision>1</cp:revision>
  <dcterms:created xsi:type="dcterms:W3CDTF">2026-08-14T01:06:20Z</dcterms:created>
  <dcterms:modified xsi:type="dcterms:W3CDTF">2026-08-14T01:06:25Z</dcterms:modified>
</cp:coreProperties>
</file>